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2011680"/>
            <a:ext cx="10972800" cy="1280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00000"/>
              </a:lnSpc>
            </a:pPr>
            <a:r>
              <a:rPr b="1" sz="5200">
                <a:solidFill>
                  <a:srgbClr val="FDFAEE"/>
                </a:solidFill>
                <a:latin typeface="Arial"/>
              </a:rPr>
              <a:t>Close as a Quiet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90007" y="3474720"/>
            <a:ext cx="2011680" cy="31750"/>
          </a:xfrm>
          <a:prstGeom prst="rect">
            <a:avLst/>
          </a:prstGeom>
          <a:solidFill>
            <a:srgbClr val="D9B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904" y="3749039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00000"/>
              </a:lnSpc>
            </a:pPr>
            <a:r>
              <a:rPr b="0" sz="1600">
                <a:solidFill>
                  <a:srgbClr val="A8B4C8"/>
                </a:solidFill>
                <a:latin typeface="Arial"/>
              </a:rPr>
              <a:t>Words and music: Sally DeFord  ·  Hymns—For Home and Church, 1030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1188720"/>
            <a:ext cx="10972800" cy="4754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Moment by moment, by night or by day,</a:t>
            </a:r>
          </a:p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My Heavenly Father is not far away.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1188720"/>
            <a:ext cx="10972800" cy="4754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And He will be near</a:t>
            </a:r>
          </a:p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when I whisper His name.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1188720"/>
            <a:ext cx="10972800" cy="4754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He is close as a quiet prayer,</a:t>
            </a:r>
          </a:p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Close as a quiet prayer.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1188720"/>
            <a:ext cx="10972800" cy="4754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When I am thankful</a:t>
            </a:r>
          </a:p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for blessings He sends,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1188720"/>
            <a:ext cx="10972800" cy="4754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He smiles as I offer my praises to Him.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1188720"/>
            <a:ext cx="10972800" cy="4754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And when I’m alone</a:t>
            </a:r>
          </a:p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and in need of a friend,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1188720"/>
            <a:ext cx="10972800" cy="4754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He is close as a quiet prayer,</a:t>
            </a:r>
          </a:p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Close as a quiet prayer.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1188720"/>
            <a:ext cx="10972800" cy="4754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I can pray to my Father above</a:t>
            </a:r>
          </a:p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anytime, anywhere.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1188720"/>
            <a:ext cx="10972800" cy="4754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When I call, He will always be</a:t>
            </a:r>
          </a:p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Close as a quiet prayer.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1188720"/>
            <a:ext cx="10972800" cy="4754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Whether I’m kneeling to seek Him</a:t>
            </a:r>
          </a:p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with words,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1188720"/>
            <a:ext cx="10972800" cy="4754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Or silently praying,</a:t>
            </a:r>
          </a:p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my heart will be heard.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1188720"/>
            <a:ext cx="10972800" cy="4754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His love will enfold me;</a:t>
            </a:r>
          </a:p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His promise is 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904" y="1188720"/>
            <a:ext cx="10972800" cy="4754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He is close as a quiet prayer,</a:t>
            </a:r>
          </a:p>
          <a:p>
            <a:pPr algn="ctr">
              <a:lnSpc>
                <a:spcPct val="135000"/>
              </a:lnSpc>
            </a:pPr>
            <a:r>
              <a:rPr b="1" sz="4400">
                <a:solidFill>
                  <a:srgbClr val="FDFAEE"/>
                </a:solidFill>
                <a:latin typeface="Arial"/>
              </a:rPr>
              <a:t>Close as a quiet prayer.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