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800">
                <a:solidFill>
                  <a:srgbClr val="FFFFFF"/>
                </a:solidFill>
                <a:latin typeface="Arial"/>
              </a:rPr>
              <a:t>Close as a Quiet Prayer</a:t>
            </a:r>
          </a:p>
          <a:p>
            <a:pPr algn="ctr">
              <a:lnSpc>
                <a:spcPct val="110000"/>
              </a:lnSpc>
            </a:pPr>
            <a:r>
              <a:rPr b="0" sz="1600">
                <a:solidFill>
                  <a:srgbClr val="E8E8E8"/>
                </a:solidFill>
                <a:latin typeface="Arial"/>
              </a:rPr>
              <a:t>Words and music: Sally DeFord  ·  Hymns—For Home and Church, 1030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Moment by moment, by night or by day,</a:t>
            </a:r>
          </a:p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My Heavenly Father is not far 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And He will be near</a:t>
            </a:r>
          </a:p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when I whisper His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He is close as a quiet prayer,</a:t>
            </a:r>
          </a:p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Close as a quiet prayer.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When I am thankful for blessings He sends,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He smiles as I offer my praises to Him.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And when I’m alone and in need of a friend,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He is close as a quiet prayer,</a:t>
            </a:r>
          </a:p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Close as a quiet prayer.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I can pray to my Father above</a:t>
            </a:r>
          </a:p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anytime, anywhere.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When I call, He will always be</a:t>
            </a:r>
          </a:p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Close as a quiet prayer.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Whether I’m kneeling to seek Him</a:t>
            </a:r>
          </a:p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with words,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Or silently praying, my heart will be heard.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His love will enfold me; His promise is 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4754880"/>
            <a:ext cx="11185855" cy="178308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He is close as a quiet prayer,</a:t>
            </a:r>
          </a:p>
          <a:p>
            <a:pPr algn="ctr">
              <a:lnSpc>
                <a:spcPct val="110000"/>
              </a:lnSpc>
            </a:pPr>
            <a:r>
              <a:rPr b="1" sz="4000">
                <a:solidFill>
                  <a:srgbClr val="FFFFFF"/>
                </a:solidFill>
                <a:latin typeface="Arial"/>
              </a:rPr>
              <a:t>Close as a quiet prayer.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