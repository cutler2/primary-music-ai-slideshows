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4.jpg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3429000"/>
          </a:xfrm>
          <a:prstGeom prst="rect">
            <a:avLst/>
          </a:prstGeom>
        </p:spPr>
      </p:pic>
      <p:pic>
        <p:nvPicPr>
          <p:cNvPr id="3" name="Picture 2" descr="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0"/>
            <a:ext cx="6095847" cy="3429000"/>
          </a:xfrm>
          <a:prstGeom prst="rect">
            <a:avLst/>
          </a:prstGeom>
        </p:spPr>
      </p:pic>
      <p:pic>
        <p:nvPicPr>
          <p:cNvPr id="4" name="Picture 3" descr="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23" y="3429000"/>
            <a:ext cx="609584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3429000"/>
          </a:xfrm>
          <a:prstGeom prst="rect">
            <a:avLst/>
          </a:prstGeom>
        </p:spPr>
      </p:pic>
      <p:pic>
        <p:nvPicPr>
          <p:cNvPr id="3" name="Picture 2" descr="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0"/>
            <a:ext cx="6095847" cy="3429000"/>
          </a:xfrm>
          <a:prstGeom prst="rect">
            <a:avLst/>
          </a:prstGeom>
        </p:spPr>
      </p:pic>
      <p:pic>
        <p:nvPicPr>
          <p:cNvPr id="4" name="Picture 3" descr="0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6095847" cy="3429000"/>
          </a:xfrm>
          <a:prstGeom prst="rect">
            <a:avLst/>
          </a:prstGeom>
        </p:spPr>
      </p:pic>
      <p:pic>
        <p:nvPicPr>
          <p:cNvPr id="5" name="Picture 4" descr="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7" y="3429000"/>
            <a:ext cx="609584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6095847" cy="3429000"/>
          </a:xfrm>
          <a:prstGeom prst="rect">
            <a:avLst/>
          </a:prstGeom>
        </p:spPr>
      </p:pic>
      <p:pic>
        <p:nvPicPr>
          <p:cNvPr id="3" name="Picture 2" descr="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714500"/>
            <a:ext cx="609584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3429000"/>
          </a:xfrm>
          <a:prstGeom prst="rect">
            <a:avLst/>
          </a:prstGeom>
        </p:spPr>
      </p:pic>
      <p:pic>
        <p:nvPicPr>
          <p:cNvPr id="3" name="Picture 2" descr="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0"/>
            <a:ext cx="6095847" cy="3429000"/>
          </a:xfrm>
          <a:prstGeom prst="rect">
            <a:avLst/>
          </a:prstGeom>
        </p:spPr>
      </p:pic>
      <p:pic>
        <p:nvPicPr>
          <p:cNvPr id="4" name="Picture 3" descr="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6095847" cy="3429000"/>
          </a:xfrm>
          <a:prstGeom prst="rect">
            <a:avLst/>
          </a:prstGeom>
        </p:spPr>
      </p:pic>
      <p:pic>
        <p:nvPicPr>
          <p:cNvPr id="5" name="Picture 4" descr="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7" y="3429000"/>
            <a:ext cx="6095847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